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0F9C9-0A76-C3E6-43EF-B28E2A6E57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EAD706-B9C6-B7D8-7ED1-8E2A680CFF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077DD-5654-A57C-1B57-706D37940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5FF11-67C8-4E4F-843F-97A17ECB7064}" type="datetimeFigureOut">
              <a:rPr lang="en-IL" smtClean="0"/>
              <a:t>05/07/2024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38D02-D0BF-A0F9-AF1A-55D1227D9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5D39F-5418-A81A-610C-5C623C4F3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E4A3-7B33-44A6-8B7D-76CB6617BB9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53021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D569C-D60E-062D-0ED1-8E972707C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96C75-BCC8-343B-DAE8-03C53F427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D8491-A0BB-7027-FFC3-1C4777AF0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5FF11-67C8-4E4F-843F-97A17ECB7064}" type="datetimeFigureOut">
              <a:rPr lang="en-IL" smtClean="0"/>
              <a:t>05/07/2024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AFF95-55D0-8EE8-8A82-04D064D73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568E2-C1C0-9BD8-660E-B0149A247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E4A3-7B33-44A6-8B7D-76CB6617BB9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67812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CB0F2-BF35-7E28-98A8-F46548E3C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2E24F-53FA-0327-7A0C-0E6491019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CA774-F9FE-2961-44E6-A61983839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5FF11-67C8-4E4F-843F-97A17ECB7064}" type="datetimeFigureOut">
              <a:rPr lang="en-IL" smtClean="0"/>
              <a:t>05/07/2024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2B7EC-D502-815C-0693-8030F1FBE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5906F-E21B-C499-A53F-54A88EDEC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E4A3-7B33-44A6-8B7D-76CB6617BB9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23280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7DF2D-C22B-AC60-AA62-D354B7F32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BE6D8-A2B3-B148-2E44-C7A4A53530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BE6902-C510-9A4B-402C-137E290F3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64DE8-4508-66C5-7005-C03DC45B3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5FF11-67C8-4E4F-843F-97A17ECB7064}" type="datetimeFigureOut">
              <a:rPr lang="en-IL" smtClean="0"/>
              <a:t>05/07/2024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D4305-2957-F6BA-EE8C-9DE32B8A6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6BA00-4641-9574-99CE-545EF6B8D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E4A3-7B33-44A6-8B7D-76CB6617BB9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18213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913FA-0567-05D9-D557-61EA52F9C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A6C36-034E-C5D3-CD48-D27015030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01EFC2-98B1-E8C5-6866-C4D94DEE6A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3D2975-3B63-1155-BF68-28075FED44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BB4C88-DE96-FF55-BBBF-0B05A18B5F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0EB674-1072-80FA-C0C6-999EDAAE6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5FF11-67C8-4E4F-843F-97A17ECB7064}" type="datetimeFigureOut">
              <a:rPr lang="en-IL" smtClean="0"/>
              <a:t>05/07/2024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2FED37-385E-1D2D-641E-905BC0AD5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E4D07B-E26B-E5A9-B620-5D7D7C562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E4A3-7B33-44A6-8B7D-76CB6617BB9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65820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57C24-A920-5CE6-7CA9-984B80F59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6F2584-CC56-90F8-84A0-74081A085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5FF11-67C8-4E4F-843F-97A17ECB7064}" type="datetimeFigureOut">
              <a:rPr lang="en-IL" smtClean="0"/>
              <a:t>05/07/2024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49F749-5C93-198D-47C1-215F44E0A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3C584B-1954-8A56-CF6B-F1B1FEB65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E4A3-7B33-44A6-8B7D-76CB6617BB9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12832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6F4697-3571-7B68-A7F1-27E7B6244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5FF11-67C8-4E4F-843F-97A17ECB7064}" type="datetimeFigureOut">
              <a:rPr lang="en-IL" smtClean="0"/>
              <a:t>05/07/2024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FAD8E8-846D-4459-789B-163CF1B13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A5C26-7A30-DD9E-6B66-315CBB684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E4A3-7B33-44A6-8B7D-76CB6617BB9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18315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85213-F663-D800-F8FD-1EFC09006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0322B-31C5-7682-FEF4-B550136F1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CD229B-55CB-7DD3-A92D-66CD839BC3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79EDED-1A49-EBB6-2CBB-80862B695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5FF11-67C8-4E4F-843F-97A17ECB7064}" type="datetimeFigureOut">
              <a:rPr lang="en-IL" smtClean="0"/>
              <a:t>05/07/2024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3871-3658-B9EE-C673-AB0088F2E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1CC67-CCEE-CA38-1380-7586005BB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E4A3-7B33-44A6-8B7D-76CB6617BB9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82855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731F8-0FFF-FE9C-E837-397BAE8E9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433A9E-B8BD-F2DC-CF67-0C8C9CFE4E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96F53-BC6D-6164-248A-F287E0EAF7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68406E-D44A-C232-BD34-B3070E4AF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5FF11-67C8-4E4F-843F-97A17ECB7064}" type="datetimeFigureOut">
              <a:rPr lang="en-IL" smtClean="0"/>
              <a:t>05/07/2024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0A016D-E159-E77E-C5A1-14CF13352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084886-CC45-82F1-3354-8CF917DF1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E4A3-7B33-44A6-8B7D-76CB6617BB9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50478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8791B-689B-C458-BE5C-F64FDAB7B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3EED0A-0EFF-FEE8-0B1F-E8277189E8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C6173-522B-54E9-5538-1A70BAEC2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5FF11-67C8-4E4F-843F-97A17ECB7064}" type="datetimeFigureOut">
              <a:rPr lang="en-IL" smtClean="0"/>
              <a:t>05/07/2024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9CF89-78D1-B65F-ABD1-E776E62CE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CE3A9-27AE-949A-289B-8B7F6673D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E4A3-7B33-44A6-8B7D-76CB6617BB9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09680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FC21E8-C238-A9FB-A71F-17BA2F3C06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673931-FE5B-F28B-C5B7-3F5248769C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02D04-8EF3-5522-A5F8-D933CB050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5FF11-67C8-4E4F-843F-97A17ECB7064}" type="datetimeFigureOut">
              <a:rPr lang="en-IL" smtClean="0"/>
              <a:t>05/07/2024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2C32B-B2E4-A791-325B-2ACA8DAD8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518CF-0EFF-52BD-51D7-2959CA38F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E4A3-7B33-44A6-8B7D-76CB6617BB9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38401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AFDDDF-8874-172F-99B7-1E021D340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7310C-B22E-450C-34B0-766B3CFBE5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AA045-150B-531C-C990-5436806916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A5FF11-67C8-4E4F-843F-97A17ECB7064}" type="datetimeFigureOut">
              <a:rPr lang="en-IL" smtClean="0"/>
              <a:t>05/07/2024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4FE44-6E8A-4FFB-033C-CEBA7C335A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2DCA2-93BF-A765-70FF-79DEDC3E26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CEE4A3-7B33-44A6-8B7D-76CB6617BB9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9342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CD13C4F7-29E3-19CC-9098-E4ECA9D27999}"/>
              </a:ext>
            </a:extLst>
          </p:cNvPr>
          <p:cNvGrpSpPr/>
          <p:nvPr/>
        </p:nvGrpSpPr>
        <p:grpSpPr>
          <a:xfrm>
            <a:off x="5821392" y="215660"/>
            <a:ext cx="874144" cy="874144"/>
            <a:chOff x="5658928" y="644106"/>
            <a:chExt cx="874144" cy="87414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8BC3D6E-F6ED-5273-448A-B223353841A8}"/>
                </a:ext>
              </a:extLst>
            </p:cNvPr>
            <p:cNvSpPr/>
            <p:nvPr/>
          </p:nvSpPr>
          <p:spPr>
            <a:xfrm>
              <a:off x="5658928" y="644106"/>
              <a:ext cx="437072" cy="43707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305373C-B8A1-3B1F-FC29-D22ED0C8BE11}"/>
                </a:ext>
              </a:extLst>
            </p:cNvPr>
            <p:cNvSpPr/>
            <p:nvPr/>
          </p:nvSpPr>
          <p:spPr>
            <a:xfrm>
              <a:off x="6096000" y="644106"/>
              <a:ext cx="437072" cy="43707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D6C1CCB-F9A6-0A17-4B2B-B4038896D9DC}"/>
                </a:ext>
              </a:extLst>
            </p:cNvPr>
            <p:cNvSpPr/>
            <p:nvPr/>
          </p:nvSpPr>
          <p:spPr>
            <a:xfrm>
              <a:off x="5658928" y="1081178"/>
              <a:ext cx="437072" cy="43707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88C1FDA-47F1-2E07-E3D5-5ADA1C75FB2F}"/>
                </a:ext>
              </a:extLst>
            </p:cNvPr>
            <p:cNvSpPr/>
            <p:nvPr/>
          </p:nvSpPr>
          <p:spPr>
            <a:xfrm>
              <a:off x="6096000" y="1081178"/>
              <a:ext cx="437072" cy="43707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34603D0-88D3-D4EA-15AE-BAF601683513}"/>
              </a:ext>
            </a:extLst>
          </p:cNvPr>
          <p:cNvGrpSpPr/>
          <p:nvPr/>
        </p:nvGrpSpPr>
        <p:grpSpPr>
          <a:xfrm>
            <a:off x="4294515" y="1385977"/>
            <a:ext cx="874144" cy="874144"/>
            <a:chOff x="5658928" y="644106"/>
            <a:chExt cx="874144" cy="87414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8A999CC-DC8C-E317-ABF7-6D2FC2C17A3A}"/>
                </a:ext>
              </a:extLst>
            </p:cNvPr>
            <p:cNvSpPr/>
            <p:nvPr/>
          </p:nvSpPr>
          <p:spPr>
            <a:xfrm>
              <a:off x="5658928" y="644106"/>
              <a:ext cx="437072" cy="43707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535ECB9-82AE-94A3-4EFB-C05893AF3DB1}"/>
                </a:ext>
              </a:extLst>
            </p:cNvPr>
            <p:cNvSpPr/>
            <p:nvPr/>
          </p:nvSpPr>
          <p:spPr>
            <a:xfrm>
              <a:off x="6096000" y="644106"/>
              <a:ext cx="437072" cy="43707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DE33C82-49AC-A635-1149-6B4B1CFC69B2}"/>
                </a:ext>
              </a:extLst>
            </p:cNvPr>
            <p:cNvSpPr/>
            <p:nvPr/>
          </p:nvSpPr>
          <p:spPr>
            <a:xfrm>
              <a:off x="5658928" y="1081178"/>
              <a:ext cx="437072" cy="43707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F1C1FF4-63A1-521C-8328-6630133B80B3}"/>
                </a:ext>
              </a:extLst>
            </p:cNvPr>
            <p:cNvSpPr/>
            <p:nvPr/>
          </p:nvSpPr>
          <p:spPr>
            <a:xfrm>
              <a:off x="6096000" y="1081178"/>
              <a:ext cx="437072" cy="43707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2310EDB-4A64-6E10-BA78-70A8300DEE67}"/>
              </a:ext>
            </a:extLst>
          </p:cNvPr>
          <p:cNvGrpSpPr/>
          <p:nvPr/>
        </p:nvGrpSpPr>
        <p:grpSpPr>
          <a:xfrm>
            <a:off x="7486294" y="1385977"/>
            <a:ext cx="874144" cy="874144"/>
            <a:chOff x="5658928" y="644106"/>
            <a:chExt cx="874144" cy="874144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1756E37-32A1-1AEA-B977-64AC3A40683D}"/>
                </a:ext>
              </a:extLst>
            </p:cNvPr>
            <p:cNvSpPr/>
            <p:nvPr/>
          </p:nvSpPr>
          <p:spPr>
            <a:xfrm>
              <a:off x="5658928" y="644106"/>
              <a:ext cx="437072" cy="43707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8CBA5DF-A2BD-8BEC-6639-85F247F4A3F7}"/>
                </a:ext>
              </a:extLst>
            </p:cNvPr>
            <p:cNvSpPr/>
            <p:nvPr/>
          </p:nvSpPr>
          <p:spPr>
            <a:xfrm>
              <a:off x="6096000" y="644106"/>
              <a:ext cx="437072" cy="437072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E544785-7728-5F16-8A04-2BCB2BF04EF3}"/>
                </a:ext>
              </a:extLst>
            </p:cNvPr>
            <p:cNvSpPr/>
            <p:nvPr/>
          </p:nvSpPr>
          <p:spPr>
            <a:xfrm>
              <a:off x="5658928" y="1081178"/>
              <a:ext cx="437072" cy="43707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9AF29CE-E86D-DC7D-7747-661467756E91}"/>
                </a:ext>
              </a:extLst>
            </p:cNvPr>
            <p:cNvSpPr/>
            <p:nvPr/>
          </p:nvSpPr>
          <p:spPr>
            <a:xfrm>
              <a:off x="6096000" y="1081178"/>
              <a:ext cx="437072" cy="43707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7D2F4B8-4363-3516-0073-7BFC756A8574}"/>
              </a:ext>
            </a:extLst>
          </p:cNvPr>
          <p:cNvGrpSpPr/>
          <p:nvPr/>
        </p:nvGrpSpPr>
        <p:grpSpPr>
          <a:xfrm>
            <a:off x="3210461" y="2866844"/>
            <a:ext cx="874144" cy="874144"/>
            <a:chOff x="5658928" y="644106"/>
            <a:chExt cx="874144" cy="874144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92AD370-40B7-018A-9D08-1BC971207DA7}"/>
                </a:ext>
              </a:extLst>
            </p:cNvPr>
            <p:cNvSpPr/>
            <p:nvPr/>
          </p:nvSpPr>
          <p:spPr>
            <a:xfrm>
              <a:off x="5658928" y="644106"/>
              <a:ext cx="437072" cy="43707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FF06F57-912F-7A44-FCB9-AFBDE171AA7A}"/>
                </a:ext>
              </a:extLst>
            </p:cNvPr>
            <p:cNvSpPr/>
            <p:nvPr/>
          </p:nvSpPr>
          <p:spPr>
            <a:xfrm>
              <a:off x="6096000" y="644106"/>
              <a:ext cx="437072" cy="43707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4E495D3-0B7D-63AC-FF01-D611EA66542F}"/>
                </a:ext>
              </a:extLst>
            </p:cNvPr>
            <p:cNvSpPr/>
            <p:nvPr/>
          </p:nvSpPr>
          <p:spPr>
            <a:xfrm>
              <a:off x="5658928" y="1081178"/>
              <a:ext cx="437072" cy="43707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8B60DAA-7CA7-1567-63C6-68A2759E6507}"/>
                </a:ext>
              </a:extLst>
            </p:cNvPr>
            <p:cNvSpPr/>
            <p:nvPr/>
          </p:nvSpPr>
          <p:spPr>
            <a:xfrm>
              <a:off x="6096000" y="1081178"/>
              <a:ext cx="437072" cy="43707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4F13592-1FA4-667A-5D47-A6365D7DD60D}"/>
              </a:ext>
            </a:extLst>
          </p:cNvPr>
          <p:cNvGrpSpPr/>
          <p:nvPr/>
        </p:nvGrpSpPr>
        <p:grpSpPr>
          <a:xfrm>
            <a:off x="6016921" y="4520240"/>
            <a:ext cx="874144" cy="874144"/>
            <a:chOff x="5658928" y="644106"/>
            <a:chExt cx="874144" cy="874144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1D66872-8CC8-863D-6E47-4E6735FF95CC}"/>
                </a:ext>
              </a:extLst>
            </p:cNvPr>
            <p:cNvSpPr/>
            <p:nvPr/>
          </p:nvSpPr>
          <p:spPr>
            <a:xfrm>
              <a:off x="5658928" y="644106"/>
              <a:ext cx="437072" cy="43707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10CD19B-F110-FC24-60CB-1367EA507497}"/>
                </a:ext>
              </a:extLst>
            </p:cNvPr>
            <p:cNvSpPr/>
            <p:nvPr/>
          </p:nvSpPr>
          <p:spPr>
            <a:xfrm>
              <a:off x="6096000" y="644106"/>
              <a:ext cx="437072" cy="437072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EF42248-EAE9-0EFC-E1AA-AA6069C96D55}"/>
                </a:ext>
              </a:extLst>
            </p:cNvPr>
            <p:cNvSpPr/>
            <p:nvPr/>
          </p:nvSpPr>
          <p:spPr>
            <a:xfrm>
              <a:off x="5658928" y="1081178"/>
              <a:ext cx="437072" cy="43707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D8FB58A-D036-B9B8-E1E4-FC3CED51A333}"/>
                </a:ext>
              </a:extLst>
            </p:cNvPr>
            <p:cNvSpPr/>
            <p:nvPr/>
          </p:nvSpPr>
          <p:spPr>
            <a:xfrm>
              <a:off x="6096000" y="1081178"/>
              <a:ext cx="437072" cy="43707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78BE786-F2B7-5F3B-6887-3A415457D4C6}"/>
              </a:ext>
            </a:extLst>
          </p:cNvPr>
          <p:cNvGrpSpPr/>
          <p:nvPr/>
        </p:nvGrpSpPr>
        <p:grpSpPr>
          <a:xfrm>
            <a:off x="6784674" y="3039373"/>
            <a:ext cx="874144" cy="874144"/>
            <a:chOff x="5658928" y="644106"/>
            <a:chExt cx="874144" cy="874144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C8BEDC6-D474-7492-C6CC-57BC9CAAC757}"/>
                </a:ext>
              </a:extLst>
            </p:cNvPr>
            <p:cNvSpPr/>
            <p:nvPr/>
          </p:nvSpPr>
          <p:spPr>
            <a:xfrm>
              <a:off x="5658928" y="644106"/>
              <a:ext cx="437072" cy="43707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8A96C6D-689E-3275-24AA-F4F3A35C046E}"/>
                </a:ext>
              </a:extLst>
            </p:cNvPr>
            <p:cNvSpPr/>
            <p:nvPr/>
          </p:nvSpPr>
          <p:spPr>
            <a:xfrm>
              <a:off x="6096000" y="644106"/>
              <a:ext cx="437072" cy="437072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512B8FF-1871-26F5-EF5D-7EDAD752A7FE}"/>
                </a:ext>
              </a:extLst>
            </p:cNvPr>
            <p:cNvSpPr/>
            <p:nvPr/>
          </p:nvSpPr>
          <p:spPr>
            <a:xfrm>
              <a:off x="5658928" y="1081178"/>
              <a:ext cx="437072" cy="43707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56B4825-2B1C-56F6-7294-B792676C8AA5}"/>
                </a:ext>
              </a:extLst>
            </p:cNvPr>
            <p:cNvSpPr/>
            <p:nvPr/>
          </p:nvSpPr>
          <p:spPr>
            <a:xfrm>
              <a:off x="6096000" y="1081178"/>
              <a:ext cx="437072" cy="43707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72FCBD1-DD6C-15D1-28FB-06FFCB3F2382}"/>
              </a:ext>
            </a:extLst>
          </p:cNvPr>
          <p:cNvGrpSpPr/>
          <p:nvPr/>
        </p:nvGrpSpPr>
        <p:grpSpPr>
          <a:xfrm>
            <a:off x="7594124" y="4520240"/>
            <a:ext cx="874144" cy="874144"/>
            <a:chOff x="5658928" y="644106"/>
            <a:chExt cx="874144" cy="874144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7E9B7F8-3E87-67B2-9FDA-E172691B3178}"/>
                </a:ext>
              </a:extLst>
            </p:cNvPr>
            <p:cNvSpPr/>
            <p:nvPr/>
          </p:nvSpPr>
          <p:spPr>
            <a:xfrm>
              <a:off x="5658928" y="644106"/>
              <a:ext cx="437072" cy="43707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13B12F3-2620-990D-9442-02A090B8C4C1}"/>
                </a:ext>
              </a:extLst>
            </p:cNvPr>
            <p:cNvSpPr/>
            <p:nvPr/>
          </p:nvSpPr>
          <p:spPr>
            <a:xfrm>
              <a:off x="6096000" y="644106"/>
              <a:ext cx="437072" cy="437072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5D90361-14C1-3D2C-997B-0A72A35245F2}"/>
                </a:ext>
              </a:extLst>
            </p:cNvPr>
            <p:cNvSpPr/>
            <p:nvPr/>
          </p:nvSpPr>
          <p:spPr>
            <a:xfrm>
              <a:off x="5658928" y="1081178"/>
              <a:ext cx="437072" cy="43707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1516AD7-A497-102B-432C-89F1E0C579C8}"/>
                </a:ext>
              </a:extLst>
            </p:cNvPr>
            <p:cNvSpPr/>
            <p:nvPr/>
          </p:nvSpPr>
          <p:spPr>
            <a:xfrm>
              <a:off x="6096000" y="1081178"/>
              <a:ext cx="437072" cy="437072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3F760F52-9539-2647-D066-E1A73FE85C24}"/>
              </a:ext>
            </a:extLst>
          </p:cNvPr>
          <p:cNvCxnSpPr>
            <a:cxnSpLocks/>
          </p:cNvCxnSpPr>
          <p:nvPr/>
        </p:nvCxnSpPr>
        <p:spPr>
          <a:xfrm flipV="1">
            <a:off x="3705045" y="2384485"/>
            <a:ext cx="441385" cy="361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ED4BD77-3206-ED2C-D8D3-BFFC55F2C6F3}"/>
              </a:ext>
            </a:extLst>
          </p:cNvPr>
          <p:cNvCxnSpPr>
            <a:cxnSpLocks/>
          </p:cNvCxnSpPr>
          <p:nvPr/>
        </p:nvCxnSpPr>
        <p:spPr>
          <a:xfrm flipV="1">
            <a:off x="6453993" y="4031410"/>
            <a:ext cx="330681" cy="3623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F0B9D071-9D7A-6B29-436A-283C722A2BA2}"/>
              </a:ext>
            </a:extLst>
          </p:cNvPr>
          <p:cNvCxnSpPr/>
          <p:nvPr/>
        </p:nvCxnSpPr>
        <p:spPr>
          <a:xfrm flipH="1">
            <a:off x="5070894" y="841074"/>
            <a:ext cx="534837" cy="4226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0FF7B862-C4FD-A304-0CB1-65E623B66708}"/>
              </a:ext>
            </a:extLst>
          </p:cNvPr>
          <p:cNvCxnSpPr>
            <a:cxnSpLocks/>
          </p:cNvCxnSpPr>
          <p:nvPr/>
        </p:nvCxnSpPr>
        <p:spPr>
          <a:xfrm flipH="1">
            <a:off x="4231259" y="2426898"/>
            <a:ext cx="380998" cy="3191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F0190386-8804-A0B3-44C4-182F06F8D91E}"/>
              </a:ext>
            </a:extLst>
          </p:cNvPr>
          <p:cNvCxnSpPr>
            <a:cxnSpLocks/>
          </p:cNvCxnSpPr>
          <p:nvPr/>
        </p:nvCxnSpPr>
        <p:spPr>
          <a:xfrm>
            <a:off x="6957207" y="897147"/>
            <a:ext cx="483075" cy="3666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D242D8E4-529F-9CDD-D884-1A73BE92F509}"/>
              </a:ext>
            </a:extLst>
          </p:cNvPr>
          <p:cNvCxnSpPr>
            <a:cxnSpLocks/>
          </p:cNvCxnSpPr>
          <p:nvPr/>
        </p:nvCxnSpPr>
        <p:spPr>
          <a:xfrm flipH="1">
            <a:off x="7425906" y="2384485"/>
            <a:ext cx="310554" cy="461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E806D929-BC35-7F92-3701-2E324D604C1B}"/>
              </a:ext>
            </a:extLst>
          </p:cNvPr>
          <p:cNvCxnSpPr>
            <a:cxnSpLocks/>
          </p:cNvCxnSpPr>
          <p:nvPr/>
        </p:nvCxnSpPr>
        <p:spPr>
          <a:xfrm flipH="1">
            <a:off x="6689788" y="4083168"/>
            <a:ext cx="313422" cy="3709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24FB8AB-C78A-A501-221E-CBD553B9720B}"/>
              </a:ext>
            </a:extLst>
          </p:cNvPr>
          <p:cNvCxnSpPr>
            <a:cxnSpLocks/>
          </p:cNvCxnSpPr>
          <p:nvPr/>
        </p:nvCxnSpPr>
        <p:spPr>
          <a:xfrm>
            <a:off x="7450350" y="4047585"/>
            <a:ext cx="326366" cy="3385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4" name="Group 93">
            <a:extLst>
              <a:ext uri="{FF2B5EF4-FFF2-40B4-BE49-F238E27FC236}">
                <a16:creationId xmlns:a16="http://schemas.microsoft.com/office/drawing/2014/main" id="{EF5F1334-1BBD-D709-48A0-87BA9B58F416}"/>
              </a:ext>
            </a:extLst>
          </p:cNvPr>
          <p:cNvGrpSpPr/>
          <p:nvPr/>
        </p:nvGrpSpPr>
        <p:grpSpPr>
          <a:xfrm>
            <a:off x="4997567" y="2845998"/>
            <a:ext cx="874144" cy="874144"/>
            <a:chOff x="5658928" y="644106"/>
            <a:chExt cx="874144" cy="874144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0D1B7AED-A15F-6115-BD6A-D17322FBB148}"/>
                </a:ext>
              </a:extLst>
            </p:cNvPr>
            <p:cNvSpPr/>
            <p:nvPr/>
          </p:nvSpPr>
          <p:spPr>
            <a:xfrm>
              <a:off x="5658928" y="644106"/>
              <a:ext cx="437072" cy="43707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5F627ADA-27BD-BEA4-BB9B-D95C94843D5C}"/>
                </a:ext>
              </a:extLst>
            </p:cNvPr>
            <p:cNvSpPr/>
            <p:nvPr/>
          </p:nvSpPr>
          <p:spPr>
            <a:xfrm>
              <a:off x="6096000" y="644106"/>
              <a:ext cx="437072" cy="43707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274D576B-DEE2-67F7-B021-0C5619B8E78B}"/>
                </a:ext>
              </a:extLst>
            </p:cNvPr>
            <p:cNvSpPr/>
            <p:nvPr/>
          </p:nvSpPr>
          <p:spPr>
            <a:xfrm>
              <a:off x="5658928" y="1081178"/>
              <a:ext cx="437072" cy="437072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D1CE26A8-1483-3225-6F00-F11ADBE9813D}"/>
                </a:ext>
              </a:extLst>
            </p:cNvPr>
            <p:cNvSpPr/>
            <p:nvPr/>
          </p:nvSpPr>
          <p:spPr>
            <a:xfrm>
              <a:off x="6096000" y="1081178"/>
              <a:ext cx="437072" cy="43707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33E5E63F-4B9A-7BD6-C803-A3D55F9BC412}"/>
              </a:ext>
            </a:extLst>
          </p:cNvPr>
          <p:cNvCxnSpPr>
            <a:cxnSpLocks/>
          </p:cNvCxnSpPr>
          <p:nvPr/>
        </p:nvCxnSpPr>
        <p:spPr>
          <a:xfrm>
            <a:off x="4866018" y="2421147"/>
            <a:ext cx="409752" cy="309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92C5811A-8FF4-BDCF-FEF0-4D2CEE85E719}"/>
              </a:ext>
            </a:extLst>
          </p:cNvPr>
          <p:cNvCxnSpPr>
            <a:cxnSpLocks/>
          </p:cNvCxnSpPr>
          <p:nvPr/>
        </p:nvCxnSpPr>
        <p:spPr>
          <a:xfrm flipH="1" flipV="1">
            <a:off x="5178718" y="2401918"/>
            <a:ext cx="473019" cy="359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BBE3CD18-9A75-1D46-1A19-163A2F845F06}"/>
              </a:ext>
            </a:extLst>
          </p:cNvPr>
          <p:cNvCxnSpPr>
            <a:cxnSpLocks/>
          </p:cNvCxnSpPr>
          <p:nvPr/>
        </p:nvCxnSpPr>
        <p:spPr>
          <a:xfrm flipV="1">
            <a:off x="4858832" y="789138"/>
            <a:ext cx="441385" cy="361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8430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Einav Yehezkely</dc:creator>
  <cp:lastModifiedBy>Einav Yehezkely</cp:lastModifiedBy>
  <cp:revision>1</cp:revision>
  <dcterms:created xsi:type="dcterms:W3CDTF">2024-07-05T14:17:31Z</dcterms:created>
  <dcterms:modified xsi:type="dcterms:W3CDTF">2024-07-05T21:09:40Z</dcterms:modified>
</cp:coreProperties>
</file>